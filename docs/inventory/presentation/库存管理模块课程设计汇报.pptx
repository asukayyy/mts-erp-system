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库存管理模块设计与实现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DEEAF6"/>
                </a:solidFill>
                <a:latin typeface="微软雅黑"/>
                <a:ea typeface="微软雅黑"/>
              </a:rPr>
              <a:t>—— 基于转椅 BOM 与 MPS 的 MTS ERP 系统（BH-ERP）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DEEAF6"/>
                </a:solidFill>
                <a:latin typeface="微软雅黑"/>
                <a:ea typeface="微软雅黑"/>
              </a:rPr>
              <a:t>流水驱动 · 行锁防超发 · 订货点补货 · 五模块契约协同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《现代制造信息技术专业课程设计》  第 3 周汇报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DEEAF6"/>
                </a:solidFill>
                <a:latin typeface="微软雅黑"/>
                <a:ea typeface="微软雅黑"/>
              </a:rPr>
              <a:t>模块五：库存管理（inventory）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417320"/>
            <a:ext cx="77724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27048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模块定位与业务边界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560320"/>
            <a:ext cx="77724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70048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数据模型：10 张 inv_ 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703320"/>
            <a:ext cx="77724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813048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核心机制：流水驱动的库存引擎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846320"/>
            <a:ext cx="77724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956048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核心机制：移库、盘点、订货点补货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79" y="1417320"/>
            <a:ext cx="77724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1527048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跨模块契约与 HTTP 接口设计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79" y="2560320"/>
            <a:ext cx="77724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2670048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前端实现与课程期初数据导入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79" y="3703320"/>
            <a:ext cx="77724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3813048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测试验证与总结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01 模块定位：MTS 模式的库存状态底座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全系统库存数量的唯一维护者：其他模块需要库存时，只能调用 inventory 的契约接口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不允许在其他模块另建库存字段长期缓存——避免数据不一致（数据所有权规约）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库存动作落点：采购到货入库、生产领料出库、完工入库、销售发货出库 / 退货入库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主动补货：库存低于订货点时产生补库需求，交采购或计划模块执行，库存不越权建计划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1815998" cy="10972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procurement
采购到货 +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0942" y="3593591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278" y="3246120"/>
            <a:ext cx="1815998" cy="10972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planning
领料− / 完工+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84140" y="3593591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6476" y="3246120"/>
            <a:ext cx="1815998" cy="10972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sales
发货− / 退货+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57339" y="3593591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9675" y="3246120"/>
            <a:ext cx="1815998" cy="10972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Inventory
流水 + 结存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30537" y="3593591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32873" y="3246120"/>
            <a:ext cx="1815998" cy="10972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MRP / 销售
可用量反馈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1090879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55A11"/>
                </a:solidFill>
                <a:latin typeface="微软雅黑"/>
                <a:ea typeface="微软雅黑"/>
              </a:rPr>
              <a:t>↓ 库存低于订货点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5225796" cy="86868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补库需求（REORDER）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20740" y="539953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23076" y="5166360"/>
            <a:ext cx="5225796" cy="86868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procurement
生成采购计划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5166360"/>
            <a:ext cx="4572000" cy="8686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补库需求（PRODUCTION）→ planning 生成生产计划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01 业务边界：做什么 / 不做什么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394960" cy="4754880"/>
          </a:xfrm>
          <a:prstGeom prst="roundRect">
            <a:avLst/>
          </a:prstGeom>
          <a:solidFill>
            <a:srgbClr val="EA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77D22"/>
                </a:solidFill>
                <a:latin typeface="微软雅黑"/>
                <a:ea typeface="微软雅黑"/>
              </a:rPr>
              <a:t>本模块做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仓库 / 库位主数据维护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实时库存结存与可用量查询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库存流水（只追加的审计凭证）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手工入库 / 出库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移库（跨仓、跨库位）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库存盘点与差异调整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订货点规则与补库需求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库存报表与课程期初库存导入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394960" cy="4754880"/>
          </a:xfrm>
          <a:prstGeom prst="roundRect">
            <a:avLst/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C55A11"/>
                </a:solidFill>
                <a:latin typeface="微软雅黑"/>
                <a:ea typeface="微软雅黑"/>
              </a:rPr>
              <a:t>本模块不做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不创建采购计划 / 生产计划：只发补库需求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不维护物料、BOM、员工：经 system 契约只读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不做成本核算（仅留存 unit_cost 字段）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不做 WMS 高级功能（波次、容量排程）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不直接读写其他模块的数据表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01 功能总览：8 个前端页面 + 36 个接口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606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331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实时库存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194560"/>
            <a:ext cx="1600200" cy="27432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结存 / 可用量 / 低库存预警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17320"/>
            <a:ext cx="2606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00200"/>
            <a:ext cx="2331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入库 / 出库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9352" y="2194560"/>
            <a:ext cx="1600200" cy="27432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313432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手工入出库，行锁防超发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417320"/>
            <a:ext cx="2606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600200"/>
            <a:ext cx="2331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移库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75704" y="2194560"/>
            <a:ext cx="1600200" cy="27432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313432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头+明细，双流水过账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1417320"/>
            <a:ext cx="2606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1600200"/>
            <a:ext cx="2331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盘点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92056" y="2194560"/>
            <a:ext cx="1600200" cy="27432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2313432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账面 vs 实盘，差异调整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66160"/>
            <a:ext cx="2606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49040"/>
            <a:ext cx="2331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库存流水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343400"/>
            <a:ext cx="1600200" cy="27432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62272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五类型多来源可追溯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6432" y="3566160"/>
            <a:ext cx="2606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3749040"/>
            <a:ext cx="2331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订货点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9352" y="4343400"/>
            <a:ext cx="1600200" cy="27432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3592" y="4462272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规则维护 + 补货建议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2784" y="3566160"/>
            <a:ext cx="2606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3749040"/>
            <a:ext cx="2331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补库需求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4343400"/>
            <a:ext cx="1600200" cy="27432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462272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批量生成 + 分流确认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9136" y="3566160"/>
            <a:ext cx="2606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6296" y="3749040"/>
            <a:ext cx="23317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报表导入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92056" y="4343400"/>
            <a:ext cx="1600200" cy="27432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26296" y="4462272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三类报表 + 期初导入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02 数据模型：10 张 inv_ 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6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10908790" cy="2697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8978"/>
                <a:gridCol w="3208468"/>
                <a:gridCol w="2352876"/>
                <a:gridCol w="3208468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表名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表名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inv_warehouse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仓库主数据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inv_transfer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移库单头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inv_location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库位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inv_transfer_item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移库明细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inv_balance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库存结存（实时）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inv_stocktake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盘点单头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inv_transaction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库存流水（只追加）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inv_stocktake_item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盘点明细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inv_reorder_rule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订货点规则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inv_replenishment_request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补库需求单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605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结存唯一键：（仓库 + 库位 + 物料），同物料同库位只有一条结存；数量 DECIMAL(18,4) 禁用 FLOAT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外键 23 条：模块内主从 CASCADE / RESTRICT；跨模块 material_id、manager_id 等显式 FK + ON DELETE RESTRICT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流水到来源单据不建 FK：source_module + source_type + source_reference_id 是多态引用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03 核心机制：流水驱动的库存引擎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</a:rPr>
              <a:t>●  铁律一：任何库存变动 = 一条流水 + 一次结存更新，同一事务完成，禁止绕过流水改结存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</a:rPr>
              <a:t>●  铁律二：禁止负库存——出库先 SELECT … FOR UPDATE 行锁，复校可用量，不足抛 5001 且结存不变；CHECK(quantity≥0) 数据库兜底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</a:rPr>
              <a:t>●  铁律三：流水只追加，不提供修改 / 删除接口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1815998" cy="10972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加锁取结存
FOR UPDATE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0942" y="341071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278" y="3063240"/>
            <a:ext cx="1815998" cy="10972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校验可用量
不足→5001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84140" y="341071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6476" y="3063240"/>
            <a:ext cx="1815998" cy="10972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更新结存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57339" y="341071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9675" y="3063240"/>
            <a:ext cx="1815998" cy="10972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写流水
含结存快照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30537" y="341071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32873" y="3063240"/>
            <a:ext cx="1815998" cy="10972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同事务提交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并发细节：结存桶不存在则自动建 0 量行；流水单号撞号时 SAVEPOINT 回滚单条并重取号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</a:rPr>
              <a:t>●  事务纪律：service / contract 层永不 commit——HTTP 由 router 提交，跨模块调用运行在调用方事务中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03 五种流水类型 × 四类业务来源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8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10908790" cy="2423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4464"/>
                <a:gridCol w="6136195"/>
                <a:gridCol w="1818131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流水类型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数量符号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入库：采购到货 / 完工 / 退货 / 手工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正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OUT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出库：领料 / 发货 / 手工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TRANSFER_IN / TRANSFER_OUT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移库入库 / 出库（成对出现）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正 / 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ADJUST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盘点调整（可正可负，调整后不得为负）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±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34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</a:rPr>
              <a:t>●  来源可追溯四字段：source_module（采购/计划/销售/库存）+ source_type（8 种单据）+ source_reference_id + source_no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</a:rPr>
              <a:t>●  效果：任意一条结存变化都能反查到是哪张采购到货单、领料单、发货单或盘点单造成的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04 移库与盘点：单据状态机 + 自动过账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F3864"/>
                </a:solidFill>
                <a:latin typeface="微软雅黑"/>
                <a:ea typeface="微软雅黑"/>
              </a:rPr>
              <a:t>移库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493520" cy="11887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DRAFT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88464" y="2084831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90800" y="1691640"/>
            <a:ext cx="1493520" cy="11887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确认
TRANSFER_OUT
+TRANSFER_IN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39183" y="2084831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1520" y="1691640"/>
            <a:ext cx="1493520" cy="11887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●  每条明细写两条流水（源减、目标加），同一事务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●  源 / 目标不能同库同位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F3864"/>
                </a:solidFill>
                <a:latin typeface="微软雅黑"/>
                <a:ea typeface="微软雅黑"/>
              </a:rPr>
              <a:t>盘点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91640"/>
            <a:ext cx="1456944" cy="118872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DRAFT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75448" y="2084831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7784" y="1691640"/>
            <a:ext cx="1456944" cy="118872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确认
差异写 ADJUST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89592" y="2084831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91928" y="1691640"/>
            <a:ext cx="1456944" cy="118872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5468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●  账面数留空时自动取当前结存；差异 = 实盘 − 账面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●  差异为 0 不写流水；调减后为负抛 5006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54880"/>
            <a:ext cx="10908792" cy="105156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3864"/>
                </a:solidFill>
                <a:latin typeface="微软雅黑"/>
                <a:ea typeface="微软雅黑"/>
              </a:rPr>
              <a:t>共同设计：单据确认前都是 DRAFT 可取消；过账逻辑全部封装在 service 层，
前端只做一次 confirm 调用——业务规则不可能被页面绕过。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04 订货点法：补货建议与跨模块分流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</a:rPr>
              <a:t>●  规则：物料 + 仓库唯一；维护订货点 reorder_point 与建议订货量 reorder_quantity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</a:rPr>
              <a:t>●  建议：遍历生效规则，现存量 &lt; 订货点即产出建议（建议量、目标库存）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</a:rPr>
              <a:t>●  防重复：批量生成时同物料已有在途补库需求则自动跳过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3331464" cy="105156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库存低于订货点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6407" y="306781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8744" y="2743200"/>
            <a:ext cx="3331464" cy="105156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生成补库需求
DRAFT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5072" y="306781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17408" y="2743200"/>
            <a:ext cx="3331464" cy="105156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确认分流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206240"/>
            <a:ext cx="3657600" cy="77724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REORDER 类
source_type=REORDER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07024" y="4389120"/>
            <a:ext cx="457200" cy="41148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4206240"/>
            <a:ext cx="5120640" cy="77724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procurement.contract
→ 正式采购计划，回填受理单号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5303520"/>
            <a:ext cx="3657600" cy="77724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PRODUCTION 类
source_type=PRODUCTION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07024" y="5486400"/>
            <a:ext cx="457200" cy="41148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5303520"/>
            <a:ext cx="5120640" cy="77724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planning.contract
→ 正式生产计划（库存只“提需求”，不越权；未就绪抛 5002）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05 跨模块契约：contract.py 唯一对外入口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11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10908790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7393"/>
                <a:gridCol w="3704872"/>
                <a:gridCol w="4116525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契约函数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调用方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作用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get_available_qty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planning MRP / sales 发货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可用量 = 现存 − 锁定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get_stock_snapshot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planning MRP 净算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批量取多物料库存快照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increase_stock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procurement 到货 / planning 完工 / sales 退货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写 IN 流水 + 加结存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decrease_stock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planning 领料 / sales 发货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行锁校验出库，不足抛 5001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create_replenishment_request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跨模块补货场景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只建 DRAFT 补库需求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074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●  纪律一：其他模块只允许 import contract.py，禁止 import models / repository / service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●  纪律二：契约函数永不 commit，运行在调用方事务里——业务单据与库存同生共死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●  纪律三：只返回 dict / 标量，不泄露 ORM 对象与会话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05 HTTP 接口：36 路径，统一 /api/v1/inventory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12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10908791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5943"/>
                <a:gridCol w="8472848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分组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代表路径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仓库 / 库位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/warehouses、/locations 全套 CRUD + 状态（被引用库位禁删 5007）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结存 / 流水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/balances、/balances/available、/transactions 多条件查询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手工入出库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/stock/increase、/stock/decrease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移库 / 盘点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/transfers、/stocktakes + /confirm、/cancel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订货点 / 补库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/reorder-rules + /suggestions；/replenishment-requests + 批量生成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期初导入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/import/initial-stock/preview、/confirm（两段式）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报表 / 其他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/reports/stock-summary、low-stock、flow-summary；/stats；/health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15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</a:rPr>
              <a:t>●  统一包装：出参 ApiResponse[T]、分页 PageData[T]；业务错误码区段 5000–5007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06 前端实现：Vue 3 + TS + Element 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8 个页面挂“库存管理”菜单：实时库存、入库、出库、移库、盘点、流水、订货点、补库需求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实时库存页：结存分页 + 仓库远程筛选 + 低库存预警栏 + 点行钻取该物料流水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API 层 36 个端点逐一对应后端；16 个 TS 类型集中在 types/erp.ts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复用公共能力：RemoteSelect 远程下拉、StatusTag 状态标签、usePagedTable 分页组合式函数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遵守模块边界：页面与 API 全部位于 views/inventory、api/inventory，未改动公共层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2384298" cy="11430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views/inventory
8 个页面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79242" y="457657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81578" y="4206240"/>
            <a:ext cx="2384298" cy="11430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api/inventory
36 端点封装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20740" y="457657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3076" y="4206240"/>
            <a:ext cx="2384298" cy="11430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utils/request
统一拦截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62238" y="457657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64574" y="4206240"/>
            <a:ext cx="2384298" cy="11430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/api/v1/inventory
FastAPI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06 课程期初库存：数据文件驱动的两段式导入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</a:rPr>
              <a:t>●  权威数据源 data/seed/course_chair_case.json：递归遍历课程 BOM 树枚举物料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</a:rPr>
              <a:t>●  数量零硬编码：根节点取成品期初量，其余节点取零部件期初量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3331464" cy="12344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① 读取课程数据
递归 BOM 树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6407" y="2930651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8744" y="2514600"/>
            <a:ext cx="3331464" cy="12344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② preview
逐行校验不写库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5072" y="2930651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17408" y="2514600"/>
            <a:ext cx="3331464" cy="12344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③ 人工核对
VALID/INVALID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3331464" cy="123444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④ confirm
重新校验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6407" y="453085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8744" y="4114800"/>
            <a:ext cx="3331464" cy="123444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⑤ 逐行 increase_stock
真实流水+结存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5072" y="4530852"/>
            <a:ext cx="347472" cy="402336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17408" y="4114800"/>
            <a:ext cx="3331464" cy="123444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⑥ 整批同事务
错误行进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微软雅黑"/>
                <a:ea typeface="微软雅黑"/>
              </a:rPr>
              <a:t>预览与确认分离：先看校验结果再落库；未知物料编码进 errors 而不是静默丢弃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07 测试与验证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15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80160"/>
          <a:ext cx="10908791" cy="3703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3675"/>
                <a:gridCol w="8155116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验证项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应用导入与路由注册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通过：OpenAPI 共 167 路径，inventory 36 路径，与文档一致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健康检查测试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pytest tests/inventory/test_health.py 通过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业务测试（11 个）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出入库同步 / 超发拦截 / 移库原子性 / 盘点调整 / 订货点 / 补库 / 期初导入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前端静态核对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8 页面真实实现、16 个 TS 类型齐全、路由与菜单各 8 项已注册</a:t>
                      </a:r>
                    </a:p>
                  </a:txBody>
                  <a:tcPr marL="73152" marR="54864" marT="18288" marB="18288" anchor="ctr">
                    <a:solidFill>
                      <a:srgbClr val="F2F6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端到端闭环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tests/test_end_to_end_chair_mts.py：转椅 MTS 全链路（含库存过账）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●  注：业务用例连接真实 MySQL，本机 3306 未启动；在配置好 bh_erp 数据库的环境执行 pytest tests/test_inventory.py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4864" tIns="27432" bIns="27432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07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5603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库存管理 · BH-ERP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09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基于转椅 BOM 与 MPS 的 MTS ERP 系统 · 库存管理模块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完成度：10 张表 + 36 个接口 + 8 个页面 + 11 个业务测试，库存模块按课程要求闭环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技术亮点一：流水 + 结存同事务、行锁与 CHECK 双保险，从机制上杜绝负库存与账实不符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技术亮点二：契约化跨模块协同，库存只“记账”和“提需求”，模块边界清晰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技术亮点三：订货点法落地为“规则 → 建议 → 需求 → 分流”的可演示闭环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</a:rPr>
              <a:t>●  可扩展：锁定量已为发货占用预留；unit_cost 为后续存货成本核算预留；契约签名稳定可联调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谢谢！请老师和同学批评指正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